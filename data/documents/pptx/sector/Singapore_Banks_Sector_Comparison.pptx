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Singapore Banks — Sector Comparison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Investment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Sector Thesis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profitability</a:t>
            </a:r>
          </a:p>
          <a:p>
            <a:pPr/>
            <a:r>
              <a:t>Compare capital strength</a:t>
            </a:r>
          </a:p>
          <a:p>
            <a:pPr/>
            <a:r>
              <a:t>Compare asset quality</a:t>
            </a:r>
          </a:p>
          <a:p>
            <a:pPr/>
            <a:r>
              <a:t>Compare valuation</a:t>
            </a:r>
          </a:p>
          <a:p>
            <a:pPr/>
            <a:r>
              <a:t>Compare share-price performance</a:t>
            </a:r>
          </a:p>
          <a:p>
            <a:pPr/>
            <a:r>
              <a:t>Connect market reaction to historical events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Share Performance</a:t>
            </a:r>
          </a:p>
        </p:txBody>
      </p:sp>
      <p:pic>
        <p:nvPicPr>
          <p:cNvPr id="3" name="Picture 2" descr="singapore_ban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12-month return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Fundamental Positioning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028700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P/B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DBS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10.42x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1.34x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OCBC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1.39x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UOB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9.64x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1.15x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company has the strongest combination of profitability and capital?</a:t>
            </a:r>
          </a:p>
          <a:p>
            <a:pPr/>
            <a:r>
              <a:t>Does valuation compensate for differences in profitability?</a:t>
            </a:r>
          </a:p>
          <a:p>
            <a:pPr/>
            <a:r>
              <a:t>How did each company respond to earnings events?</a:t>
            </a:r>
          </a:p>
          <a:p>
            <a:pPr/>
            <a:r>
              <a:t>Which conclusions require market data versus narrative evidence?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